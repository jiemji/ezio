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8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DEA02A-9680-7D17-B7A8-9EADF73877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CC01480-4695-CD23-2EC6-08A8658EA514}"/>
              </a:ext>
            </a:extLst>
          </p:cNvPr>
          <p:cNvSpPr txBox="1"/>
          <p:nvPr userDrawn="1"/>
        </p:nvSpPr>
        <p:spPr>
          <a:xfrm>
            <a:off x="251011" y="376518"/>
            <a:ext cx="11627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INTRINSEC CONSEIL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CCB9B-DAFE-5EDA-3E40-F54608AE9B8F}"/>
              </a:ext>
            </a:extLst>
          </p:cNvPr>
          <p:cNvSpPr txBox="1"/>
          <p:nvPr userDrawn="1"/>
        </p:nvSpPr>
        <p:spPr>
          <a:xfrm>
            <a:off x="1363382" y="2986316"/>
            <a:ext cx="54146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/>
              <a:t>{{titre}}</a:t>
            </a:r>
          </a:p>
        </p:txBody>
      </p:sp>
    </p:spTree>
    <p:extLst>
      <p:ext uri="{BB962C8B-B14F-4D97-AF65-F5344CB8AC3E}">
        <p14:creationId xmlns:p14="http://schemas.microsoft.com/office/powerpoint/2010/main" val="305707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B14A6D-00EE-5BC7-E891-136FE3350C84}"/>
              </a:ext>
            </a:extLst>
          </p:cNvPr>
          <p:cNvSpPr/>
          <p:nvPr userDrawn="1"/>
        </p:nvSpPr>
        <p:spPr>
          <a:xfrm rot="2311453">
            <a:off x="7609835" y="-113554"/>
            <a:ext cx="6254395" cy="7571614"/>
          </a:xfrm>
          <a:custGeom>
            <a:avLst/>
            <a:gdLst>
              <a:gd name="csX0" fmla="*/ 0 w 9819345"/>
              <a:gd name="csY0" fmla="*/ 0 h 7602626"/>
              <a:gd name="csX1" fmla="*/ 9819345 w 9819345"/>
              <a:gd name="csY1" fmla="*/ 0 h 7602626"/>
              <a:gd name="csX2" fmla="*/ 9819345 w 9819345"/>
              <a:gd name="csY2" fmla="*/ 7602626 h 7602626"/>
              <a:gd name="csX3" fmla="*/ 0 w 9819345"/>
              <a:gd name="csY3" fmla="*/ 7602626 h 7602626"/>
              <a:gd name="csX4" fmla="*/ 0 w 9819345"/>
              <a:gd name="csY4" fmla="*/ 0 h 7602626"/>
              <a:gd name="csX0" fmla="*/ 941498 w 9819345"/>
              <a:gd name="csY0" fmla="*/ 1101038 h 7602626"/>
              <a:gd name="csX1" fmla="*/ 9819345 w 9819345"/>
              <a:gd name="csY1" fmla="*/ 0 h 7602626"/>
              <a:gd name="csX2" fmla="*/ 9819345 w 9819345"/>
              <a:gd name="csY2" fmla="*/ 7602626 h 7602626"/>
              <a:gd name="csX3" fmla="*/ 0 w 9819345"/>
              <a:gd name="csY3" fmla="*/ 7602626 h 7602626"/>
              <a:gd name="csX4" fmla="*/ 941498 w 9819345"/>
              <a:gd name="csY4" fmla="*/ 1101038 h 7602626"/>
              <a:gd name="csX0" fmla="*/ 729565 w 9819345"/>
              <a:gd name="csY0" fmla="*/ 977565 h 7602626"/>
              <a:gd name="csX1" fmla="*/ 9819345 w 9819345"/>
              <a:gd name="csY1" fmla="*/ 0 h 7602626"/>
              <a:gd name="csX2" fmla="*/ 9819345 w 9819345"/>
              <a:gd name="csY2" fmla="*/ 7602626 h 7602626"/>
              <a:gd name="csX3" fmla="*/ 0 w 9819345"/>
              <a:gd name="csY3" fmla="*/ 7602626 h 7602626"/>
              <a:gd name="csX4" fmla="*/ 729565 w 9819345"/>
              <a:gd name="csY4" fmla="*/ 977565 h 7602626"/>
              <a:gd name="csX0" fmla="*/ 729565 w 9819345"/>
              <a:gd name="csY0" fmla="*/ 916938 h 7541999"/>
              <a:gd name="csX1" fmla="*/ 1913320 w 9819345"/>
              <a:gd name="csY1" fmla="*/ 0 h 7541999"/>
              <a:gd name="csX2" fmla="*/ 9819345 w 9819345"/>
              <a:gd name="csY2" fmla="*/ 7541999 h 7541999"/>
              <a:gd name="csX3" fmla="*/ 0 w 9819345"/>
              <a:gd name="csY3" fmla="*/ 7541999 h 7541999"/>
              <a:gd name="csX4" fmla="*/ 729565 w 9819345"/>
              <a:gd name="csY4" fmla="*/ 916938 h 7541999"/>
              <a:gd name="csX0" fmla="*/ 729565 w 5620531"/>
              <a:gd name="csY0" fmla="*/ 916938 h 7541999"/>
              <a:gd name="csX1" fmla="*/ 1913320 w 5620531"/>
              <a:gd name="csY1" fmla="*/ 0 h 7541999"/>
              <a:gd name="csX2" fmla="*/ 5620531 w 5620531"/>
              <a:gd name="csY2" fmla="*/ 5836245 h 7541999"/>
              <a:gd name="csX3" fmla="*/ 0 w 5620531"/>
              <a:gd name="csY3" fmla="*/ 7541999 h 7541999"/>
              <a:gd name="csX4" fmla="*/ 729565 w 5620531"/>
              <a:gd name="csY4" fmla="*/ 916938 h 7541999"/>
              <a:gd name="csX0" fmla="*/ 729565 w 6254395"/>
              <a:gd name="csY0" fmla="*/ 916938 h 7541999"/>
              <a:gd name="csX1" fmla="*/ 1913320 w 6254395"/>
              <a:gd name="csY1" fmla="*/ 0 h 7541999"/>
              <a:gd name="csX2" fmla="*/ 6254395 w 6254395"/>
              <a:gd name="csY2" fmla="*/ 5347843 h 7541999"/>
              <a:gd name="csX3" fmla="*/ 0 w 6254395"/>
              <a:gd name="csY3" fmla="*/ 7541999 h 7541999"/>
              <a:gd name="csX4" fmla="*/ 729565 w 6254395"/>
              <a:gd name="csY4" fmla="*/ 916938 h 7541999"/>
              <a:gd name="csX0" fmla="*/ 729565 w 6254395"/>
              <a:gd name="csY0" fmla="*/ 946553 h 7571614"/>
              <a:gd name="csX1" fmla="*/ 1970909 w 6254395"/>
              <a:gd name="csY1" fmla="*/ 0 h 7571614"/>
              <a:gd name="csX2" fmla="*/ 6254395 w 6254395"/>
              <a:gd name="csY2" fmla="*/ 5377458 h 7571614"/>
              <a:gd name="csX3" fmla="*/ 0 w 6254395"/>
              <a:gd name="csY3" fmla="*/ 7571614 h 7571614"/>
              <a:gd name="csX4" fmla="*/ 729565 w 6254395"/>
              <a:gd name="csY4" fmla="*/ 946553 h 7571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54395" h="7571614">
                <a:moveTo>
                  <a:pt x="729565" y="946553"/>
                </a:moveTo>
                <a:lnTo>
                  <a:pt x="1970909" y="0"/>
                </a:lnTo>
                <a:lnTo>
                  <a:pt x="6254395" y="5377458"/>
                </a:lnTo>
                <a:lnTo>
                  <a:pt x="0" y="7571614"/>
                </a:lnTo>
                <a:lnTo>
                  <a:pt x="729565" y="946553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A43FFE-E316-F876-4FC8-F60901804F86}"/>
              </a:ext>
            </a:extLst>
          </p:cNvPr>
          <p:cNvSpPr txBox="1"/>
          <p:nvPr userDrawn="1"/>
        </p:nvSpPr>
        <p:spPr>
          <a:xfrm>
            <a:off x="1397000" y="2967335"/>
            <a:ext cx="3218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400" dirty="0"/>
              <a:t>{{</a:t>
            </a:r>
            <a:r>
              <a:rPr lang="fr-FR" sz="5400" dirty="0" err="1"/>
              <a:t>chapter</a:t>
            </a:r>
            <a:r>
              <a:rPr lang="fr-FR" sz="54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1703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31A4B7-FACF-97BA-1FF2-FA22F86144D3}"/>
              </a:ext>
            </a:extLst>
          </p:cNvPr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5400" b="1" dirty="0">
                <a:solidFill>
                  <a:schemeClr val="bg1"/>
                </a:solidFill>
              </a:rPr>
              <a:t>{{</a:t>
            </a:r>
            <a:r>
              <a:rPr lang="fr-FR" sz="5400" b="1" dirty="0" err="1">
                <a:solidFill>
                  <a:schemeClr val="bg1"/>
                </a:solidFill>
              </a:rPr>
              <a:t>title</a:t>
            </a:r>
            <a:r>
              <a:rPr lang="fr-FR" sz="5400" b="1" dirty="0">
                <a:solidFill>
                  <a:schemeClr val="bg1"/>
                </a:solidFill>
              </a:rPr>
              <a:t>}}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6BDB62-6624-FC69-3A0C-F59074B14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113" y="1611313"/>
            <a:ext cx="11517312" cy="48625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3575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095ECF-B595-D70F-2E19-A236B7D2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AAE4F7-C14C-B664-7C38-8B060B1B8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8DA112-8BD6-D3D9-9896-6F9CEB682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6C3FE-3CD5-4FE8-9EEA-EACB0094BAA6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F73DEE-D830-5ACC-F0FE-CFDEAFD03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F4047E-74FD-4DBA-B6DB-85E0BD77F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A7056-4D6F-467D-93D6-97EBE908F0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56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Jiem Ji</dc:creator>
  <cp:lastModifiedBy>Jiem Ji</cp:lastModifiedBy>
  <cp:revision>4</cp:revision>
  <dcterms:created xsi:type="dcterms:W3CDTF">2026-02-26T16:47:29Z</dcterms:created>
  <dcterms:modified xsi:type="dcterms:W3CDTF">2026-02-26T18:45:19Z</dcterms:modified>
</cp:coreProperties>
</file>