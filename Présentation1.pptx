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62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13AC84-13FD-8112-6733-6552EF3CF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rgbClr val="002060"/>
                </a:solidFill>
                <a:latin typeface="Algerian" panose="04020705040A02060702" pitchFamily="82" charset="0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0596F2-7B80-35CE-37D9-E2A5BC63F2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DCA9BB-3243-DB6D-CD94-76957F3B3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788F-BF41-4B12-BF2E-ED7D5D5F6814}" type="datetimeFigureOut">
              <a:rPr lang="fr-FR" smtClean="0"/>
              <a:t>14/02/2026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ED7B239-7E91-63BA-695D-40A6CAAF2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C94C09-46F3-CFF8-064E-7CE58603B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D463-F903-4E77-A4B4-C0A98BB9EAC5}" type="slidenum">
              <a:rPr lang="fr-FR" smtClean="0"/>
              <a:t>‹N°›</a:t>
            </a:fld>
            <a:endParaRPr lang="fr-FR"/>
          </a:p>
        </p:txBody>
      </p:sp>
      <p:pic>
        <p:nvPicPr>
          <p:cNvPr id="1026" name="Picture 2" descr="Qui sommes nous ? - INTRINSEC">
            <a:extLst>
              <a:ext uri="{FF2B5EF4-FFF2-40B4-BE49-F238E27FC236}">
                <a16:creationId xmlns:a16="http://schemas.microsoft.com/office/drawing/2014/main" id="{E93D348D-B465-EF01-5506-C3D79A6CE67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49627">
            <a:off x="346638" y="415630"/>
            <a:ext cx="3726324" cy="768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7685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A3C7AD-62FE-84DB-B363-7FF8A6FA2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002060"/>
                </a:solidFill>
                <a:latin typeface="Berlin Sans FB Demi" panose="020E0802020502020306" pitchFamily="34" charset="0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36629E-C461-21A8-37FB-F2D327AC3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odoni MT Black" panose="02070A03080606020203" pitchFamily="18" charset="0"/>
              </a:defRPr>
            </a:lvl1pPr>
            <a:lvl2pPr>
              <a:defRPr>
                <a:latin typeface="Bodoni MT Black" panose="02070A03080606020203" pitchFamily="18" charset="0"/>
              </a:defRPr>
            </a:lvl2pPr>
            <a:lvl3pPr>
              <a:defRPr>
                <a:latin typeface="Bodoni MT Black" panose="02070A03080606020203" pitchFamily="18" charset="0"/>
              </a:defRPr>
            </a:lvl3pPr>
            <a:lvl4pPr>
              <a:defRPr>
                <a:latin typeface="Bodoni MT Black" panose="02070A03080606020203" pitchFamily="18" charset="0"/>
              </a:defRPr>
            </a:lvl4pPr>
            <a:lvl5pPr>
              <a:defRPr>
                <a:latin typeface="Bodoni MT Black" panose="02070A03080606020203" pitchFamily="18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6E68EC-4191-ADDF-C15A-405E6B9A8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788F-BF41-4B12-BF2E-ED7D5D5F6814}" type="datetimeFigureOut">
              <a:rPr lang="fr-FR" smtClean="0"/>
              <a:t>14/02/2026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2C922D-0E27-3426-6102-8BFDBC8E8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90D9A9-A581-4CA4-D060-5333046EF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D463-F903-4E77-A4B4-C0A98BB9EAC5}" type="slidenum">
              <a:rPr lang="fr-FR" smtClean="0"/>
              <a:t>‹N°›</a:t>
            </a:fld>
            <a:endParaRPr lang="fr-FR"/>
          </a:p>
        </p:txBody>
      </p:sp>
      <p:pic>
        <p:nvPicPr>
          <p:cNvPr id="7" name="Picture 2" descr="Qui sommes nous ? - INTRINSEC">
            <a:extLst>
              <a:ext uri="{FF2B5EF4-FFF2-40B4-BE49-F238E27FC236}">
                <a16:creationId xmlns:a16="http://schemas.microsoft.com/office/drawing/2014/main" id="{D8ED3082-EE4E-96B6-4A2D-8B77FA8C99E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49627">
            <a:off x="346638" y="415630"/>
            <a:ext cx="3726324" cy="768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9080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B4F1B7-CE80-C89E-D8CD-DC317A80E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633AD33-1F1D-03FB-CB82-6F0192386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4873577-7347-8CCB-C762-2AD562BA7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788F-BF41-4B12-BF2E-ED7D5D5F6814}" type="datetimeFigureOut">
              <a:rPr lang="fr-FR" smtClean="0"/>
              <a:t>14/02/2026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20F0E5-2E9A-0887-2C08-242EA9BE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577661-BA4A-114D-275A-8642BAD27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D463-F903-4E77-A4B4-C0A98BB9E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6017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1717B3-3B2B-0C04-7CC1-1FC9AB01F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37387D-536F-C29D-A246-77492993D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E7694A4-8D87-8BB3-9123-C9F8D0241E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C21256C-321F-B83A-0A0B-1115CB802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788F-BF41-4B12-BF2E-ED7D5D5F6814}" type="datetimeFigureOut">
              <a:rPr lang="fr-FR" smtClean="0"/>
              <a:t>14/02/2026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C9CE7B6-B959-6BC1-3AFB-74A018968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4AE27C6-19B5-1464-E936-B24BB8D8F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D463-F903-4E77-A4B4-C0A98BB9E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2712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60FF31-3969-ABD6-5D37-810D78AC4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9FA88FC-4B81-76D6-AF95-170C691D2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7E4209A-368A-631B-0092-4762CA828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7B0E9C1-12D4-8F04-CE17-57ADD760BE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71B50D7-CDD9-EEBE-7BF7-0E378C139B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2A5D0BF-D6F7-00E8-8B3D-FE0E96CE8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788F-BF41-4B12-BF2E-ED7D5D5F6814}" type="datetimeFigureOut">
              <a:rPr lang="fr-FR" smtClean="0"/>
              <a:t>14/02/2026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54FD637-5CBD-E792-4BC3-1F657AE1E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35EC7B8-6828-E78E-61A8-4BBA274BF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D463-F903-4E77-A4B4-C0A98BB9E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7456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0A56C7-9472-FC1E-A98E-5255595D2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3306F63-F049-D627-E799-06AB31BA0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788F-BF41-4B12-BF2E-ED7D5D5F6814}" type="datetimeFigureOut">
              <a:rPr lang="fr-FR" smtClean="0"/>
              <a:t>14/02/2026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6B50B08-5C90-DB49-94A6-1B58BF048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7AA0833-215F-6A08-9BB2-6BD768455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D463-F903-4E77-A4B4-C0A98BB9E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0936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1D9C84E-21F6-3359-C90D-5F70055F3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788F-BF41-4B12-BF2E-ED7D5D5F6814}" type="datetimeFigureOut">
              <a:rPr lang="fr-FR" smtClean="0"/>
              <a:t>14/02/2026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4A521A8-46EE-4E7C-82FE-1435B86DA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56754C-3170-FD62-CACF-BF2D50150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D463-F903-4E77-A4B4-C0A98BB9E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5885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43D541-1D04-DAA0-66EE-0B77FF066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290F3A-09A5-091C-F0B8-CB7ED33B6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4D913B8-3853-ED52-45B9-6352AF5812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94701DB-138D-0184-80BF-67E9F75BC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788F-BF41-4B12-BF2E-ED7D5D5F6814}" type="datetimeFigureOut">
              <a:rPr lang="fr-FR" smtClean="0"/>
              <a:t>14/02/2026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2BF2A4-3FE1-FF64-A138-A4C577046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8EBC7DC-9B6E-B049-62D6-82AEC4BFD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D463-F903-4E77-A4B4-C0A98BB9E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6305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2FE9D2-82AC-8209-E3B8-70E31E36D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1E15B5B-F467-6F94-3244-DF475F059A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638CFE9-EF92-98C9-4FDA-44F77888F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7555C28-1EEE-2C4A-EE6C-A0A16A9E9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788F-BF41-4B12-BF2E-ED7D5D5F6814}" type="datetimeFigureOut">
              <a:rPr lang="fr-FR" smtClean="0"/>
              <a:t>14/02/2026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B022A8B-571B-F59F-FE6D-9D856D262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227254C-D1AF-99F0-9C88-8BC35A24F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D463-F903-4E77-A4B4-C0A98BB9E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8042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48E5A3-61CB-9B6A-2875-8D1F0DCFA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91EC129-FEF1-BC4B-18AF-787F0E76E4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57BADA-63E0-3320-8F8A-29B15538E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788F-BF41-4B12-BF2E-ED7D5D5F6814}" type="datetimeFigureOut">
              <a:rPr lang="fr-FR" smtClean="0"/>
              <a:t>14/02/2026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CA1A35-34A6-8168-98D9-5822404F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292CEB-5EB0-6895-01E8-5008A43F2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D463-F903-4E77-A4B4-C0A98BB9E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5050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A4C4604-C43A-A9D1-C72E-4B5F8B2B9E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4F093CD-97A6-EC3F-5886-034A2C4D58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C061E6-78D9-E35E-4DF4-A073D124B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788F-BF41-4B12-BF2E-ED7D5D5F6814}" type="datetimeFigureOut">
              <a:rPr lang="fr-FR" smtClean="0"/>
              <a:t>14/02/2026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C6A181F-BD61-E62F-E750-EBF6DA0CF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098F78-CEB8-F292-A339-4252D2944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D463-F903-4E77-A4B4-C0A98BB9E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2089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5CFD1A0-ECB7-D9CB-AA32-A6DBD5573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5C8CAB0-572F-E009-1CC7-BD885C00C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9836FE-B6C5-B1C4-0978-90190E2DF0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6788F-BF41-4B12-BF2E-ED7D5D5F6814}" type="datetimeFigureOut">
              <a:rPr lang="fr-FR" smtClean="0"/>
              <a:t>14/02/2026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B955D5-F194-173D-1F4A-5D3E5239B0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3C951A2-1796-5C19-2853-3C23CF6030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BD463-F903-4E77-A4B4-C0A98BB9E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9028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6DE4BC-E5EE-6CC2-0066-E3E78E3F8D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802371D-9BB3-920A-C424-5DACF547DD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34481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8" baseType="lpstr">
      <vt:lpstr>Algerian</vt:lpstr>
      <vt:lpstr>Arial</vt:lpstr>
      <vt:lpstr>Berlin Sans FB Demi</vt:lpstr>
      <vt:lpstr>Bodoni MT Black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Jiem Ji</dc:creator>
  <cp:lastModifiedBy>Jiem Ji</cp:lastModifiedBy>
  <cp:revision>2</cp:revision>
  <dcterms:created xsi:type="dcterms:W3CDTF">2026-02-14T20:37:13Z</dcterms:created>
  <dcterms:modified xsi:type="dcterms:W3CDTF">2026-02-14T22:11:35Z</dcterms:modified>
</cp:coreProperties>
</file>